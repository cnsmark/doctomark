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这是演讲者备注。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测试演示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包含图片和表格的测试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紫色测试图片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2743200" cy="2057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609600">
                <a:tc>
                  <a:txBody>
                    <a:bodyPr/>
                    <a:lstStyle/>
                    <a:p>
                      <a:r>
                        <a:t>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(0,1)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(0,2)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(1,2)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(2,2)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